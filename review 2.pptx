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2D323C"/>
                </a:solidFill>
              </a:defRPr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565" y="1035621"/>
            <a:ext cx="7240765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42A4A"/>
                </a:solidFill>
              </a:defRPr>
            </a:pPr>
            <a:r>
              <a:rPr dirty="0" err="1"/>
              <a:t>LifeLink</a:t>
            </a:r>
            <a:endParaRPr dirty="0"/>
          </a:p>
          <a:p>
            <a:pPr>
              <a:defRPr sz="2800" b="1">
                <a:solidFill>
                  <a:srgbClr val="BE232D"/>
                </a:solidFill>
              </a:defRPr>
            </a:pPr>
            <a:r>
              <a:rPr dirty="0"/>
              <a:t>Emergency Blood &amp; Medicine Request Network</a:t>
            </a:r>
            <a:endParaRPr lang="en-IN" dirty="0"/>
          </a:p>
          <a:p>
            <a:pPr>
              <a:defRPr sz="2800" b="1">
                <a:solidFill>
                  <a:srgbClr val="BE232D"/>
                </a:solidFill>
              </a:defRPr>
            </a:pPr>
            <a:endParaRPr lang="en-IN" dirty="0"/>
          </a:p>
          <a:p>
            <a:pPr>
              <a:defRPr sz="2800" b="1">
                <a:solidFill>
                  <a:srgbClr val="BE232D"/>
                </a:solidFill>
              </a:defRPr>
            </a:pPr>
            <a:r>
              <a:rPr lang="en-IN" dirty="0"/>
              <a:t>                    </a:t>
            </a:r>
            <a:r>
              <a:rPr lang="en-IN" sz="2400" dirty="0">
                <a:solidFill>
                  <a:srgbClr val="00B050"/>
                </a:solidFill>
              </a:rPr>
              <a:t>Adaptive Software Engineering Project</a:t>
            </a:r>
          </a:p>
          <a:p>
            <a:pPr>
              <a:defRPr sz="2800" b="1">
                <a:solidFill>
                  <a:srgbClr val="BE232D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3891234"/>
            <a:ext cx="422936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E7887"/>
                </a:solidFill>
              </a:defRPr>
            </a:pPr>
            <a:r>
              <a:rPr lang="en-IN" dirty="0"/>
              <a:t>Roll Numbers:     2420030262-J.Nandini</a:t>
            </a:r>
          </a:p>
          <a:p>
            <a:pPr>
              <a:defRPr sz="1800">
                <a:solidFill>
                  <a:srgbClr val="6E7887"/>
                </a:solidFill>
              </a:defRPr>
            </a:pPr>
            <a:r>
              <a:rPr lang="en-IN" dirty="0"/>
              <a:t>                              2420030266-S.Sai Saranya</a:t>
            </a:r>
          </a:p>
          <a:p>
            <a:pPr>
              <a:defRPr sz="1800">
                <a:solidFill>
                  <a:srgbClr val="6E7887"/>
                </a:solidFill>
              </a:defRPr>
            </a:pPr>
            <a:r>
              <a:rPr lang="en-IN" dirty="0"/>
              <a:t>                              2420030364-B.Sai Charan</a:t>
            </a:r>
          </a:p>
          <a:p>
            <a:pPr>
              <a:defRPr sz="1800">
                <a:solidFill>
                  <a:srgbClr val="6E7887"/>
                </a:solidFill>
              </a:defRPr>
            </a:pPr>
            <a:r>
              <a:rPr dirty="0"/>
              <a:t>Guide Name:</a:t>
            </a:r>
            <a:r>
              <a:rPr lang="en-IN" dirty="0"/>
              <a:t> </a:t>
            </a:r>
            <a:r>
              <a:rPr lang="en-IN" dirty="0" err="1"/>
              <a:t>G.Lavanya</a:t>
            </a:r>
            <a:r>
              <a:rPr lang="en-IN" dirty="0"/>
              <a:t> Mam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323C"/>
                </a:solidFill>
              </a:defRPr>
            </a:pPr>
            <a:r>
              <a:t>During medical emergencies, patients and their families may struggle to quickly find compatible blood donors, required medicines, and reliable support.</a:t>
            </a:r>
          </a:p>
          <a:p>
            <a:pPr>
              <a:spcAft>
                <a:spcPts val="1000"/>
              </a:spcAft>
              <a:defRPr sz="1900">
                <a:solidFill>
                  <a:srgbClr val="2D323C"/>
                </a:solidFill>
              </a:defRPr>
            </a:pPr>
            <a:r>
              <a:t>Current methods often depend on phone calls, personal contacts, social-media posts, or visiting multiple hospitals and pharmacies.</a:t>
            </a:r>
          </a:p>
          <a:p>
            <a:pPr>
              <a:spcAft>
                <a:spcPts val="1000"/>
              </a:spcAft>
              <a:defRPr sz="1900">
                <a:solidFill>
                  <a:srgbClr val="2D323C"/>
                </a:solidFill>
              </a:defRPr>
            </a:pPr>
            <a:r>
              <a:t>These methods can be unorganized, time-consuming, and may not provide clear information about donor availability, request status, or nearby medicine providers.</a:t>
            </a:r>
          </a:p>
          <a:p>
            <a:pPr>
              <a:spcAft>
                <a:spcPts val="1000"/>
              </a:spcAft>
              <a:defRPr sz="1900">
                <a:solidFill>
                  <a:srgbClr val="2D323C"/>
                </a:solidFill>
              </a:defRPr>
            </a:pPr>
            <a:r>
              <a:t>LifeLink addresses this problem through a centralized digital platform for discovering and coordinating emergency blood and medicine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Develop a centralized platform for emergency blood and medicine resource discovery.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Allow users to register, log in, manage profiles, and participate as donors or volunteers.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Enable donor search using blood group, location, and availability.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Allow users to create and track emergency blood requests.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Provide medicine search and pharmacy information in one system.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Use location services to help identify nearby resources.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t>Apply Agile Scrum and Adaptive Software Engineering through iterative development and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Current Approach: People search for blood donors through friends, hospitals, blood banks, phone calls, and social-media groups.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Medicine Search: Users may contact multiple pharmacies individually to check availability.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Coordination: Emergency requests are often handled manually without a single platform for tracking progress.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Limitations: Slow communication, scattered information, duplicate efforts, uncertain availability, and difficulty finding nearby resources quickly.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t>Technical Limitation: Manual approaches do not provide a unified workflow, centralized data management, or easy request-status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LifeLink Platform: A centralized web application connecting users, blood donors, volunteers, and pharmacies.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Blood Support: Register donors, maintain availability, and search by blood group and location.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Emergency Requests: Create requests with blood group, units, hospital/location, urgency, and status.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Medicine Finder: Search medicines and view relevant pharmacy information.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Location Support: Integrate maps to help users discover nearby donors and pharmacies.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Adaptive Development: Use feedback after each sprint to modify and improve features.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Benefits: Faster resource discovery, better coordination, centralized information, and clearer request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TECHNOLOGY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Frontend: HTML5 • CSS3 • JavaScript • JSP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Backend: Java • Servlets • JDBC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Database: MySQL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Web/Application Server: Apache Tomcat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APIs: REST APIs • Google Maps API (planned advanced feature)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Project Management: Agile Scrum • Jira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Version Control: Git • GitHub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UI/UX Design: Figma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Testing: JUnit • Postman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Containerization: Docker • Docker Compose</a:t>
            </a:r>
          </a:p>
          <a:p>
            <a:pPr>
              <a:spcAft>
                <a:spcPts val="1000"/>
              </a:spcAft>
              <a:defRPr sz="1500">
                <a:solidFill>
                  <a:srgbClr val="2D323C"/>
                </a:solidFill>
              </a:defRPr>
            </a:pPr>
            <a:r>
              <a:t>AI Feature (advanced/planned): AI-assisted donor recommendation / Google Gemini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64592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232D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965960"/>
            <a:ext cx="164592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39" y="21488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</a:defRPr>
            </a:pPr>
            <a:r>
              <a:t>Register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232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65960"/>
            <a:ext cx="164592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232D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965960"/>
            <a:ext cx="164592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79" y="21488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</a:defRPr>
            </a:pPr>
            <a:r>
              <a:t>Choose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232D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965960"/>
            <a:ext cx="164592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</a:defRPr>
            </a:pPr>
            <a:r>
              <a:t>Process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15798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232D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965960"/>
            <a:ext cx="164592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20" y="21488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A4A"/>
                </a:solidFill>
              </a:defRPr>
            </a:pPr>
            <a:r>
              <a:t>Show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902" y="3688080"/>
            <a:ext cx="940525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D323C"/>
                </a:solidFill>
              </a:defRPr>
            </a:pPr>
            <a:r>
              <a:rPr dirty="0"/>
              <a:t>Blood Flow: Search Blood → Enter Blood Group + Location → Database Search → Display Available Donors</a:t>
            </a:r>
          </a:p>
          <a:p>
            <a:pPr algn="ctr">
              <a:defRPr sz="1900" b="1">
                <a:solidFill>
                  <a:srgbClr val="142A4A"/>
                </a:solidFill>
              </a:defRPr>
            </a:pPr>
            <a:r>
              <a:rPr dirty="0"/>
              <a:t>Development Flow: Jira Backlog → Sprint → Development → Git/GitHub → Testing → Docker → Review &amp; Feedback → Next Sprint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1. User Authentication &amp; Profile: Registration, login, logout, validation, and profile management.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2. Blood Donor Management: Donor registration, blood group, location, availability, and donor search.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3. Emergency Request Management: Create requests and track Open → Accepted → In Progress → Completed.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4. Volunteer Management: Volunteer registration, availability, and support for active requests.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5. Medicine Finder &amp; Pharmacy: Search medicines and display pharmacy details and availability.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6. Location Services: Nearby donor/pharmacy discovery using map integration.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7. AI-Assisted Matching: Optional advanced feature for ranking suitable donors.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t>8. Administration &amp; Notifications: Advanced/future management and alert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0881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IMPLEMENTATION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8776"/>
            <a:ext cx="1069848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rPr dirty="0"/>
              <a:t>Project Planning: Project concept, title, modules, Agile/ASE workflow, and technology stack have been defined.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rPr dirty="0"/>
              <a:t>Jira &amp; Agile Plan: Epics, sprints, and task structure have been planned for iterative development.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rPr dirty="0"/>
              <a:t>Database Setup: MySQL installation has been verified. The </a:t>
            </a:r>
            <a:r>
              <a:rPr dirty="0" err="1"/>
              <a:t>LifeLink</a:t>
            </a:r>
            <a:r>
              <a:rPr dirty="0"/>
              <a:t> database and initial users table are the first database implementation steps.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rPr dirty="0"/>
              <a:t>Development Setup: Java/JSP, JDBC, MySQL, Apache Tomcat, and Docker have been selected for implementation.</a:t>
            </a:r>
          </a:p>
          <a:p>
            <a:pPr>
              <a:spcAft>
                <a:spcPts val="1000"/>
              </a:spcAft>
              <a:defRPr sz="1600">
                <a:solidFill>
                  <a:srgbClr val="2D323C"/>
                </a:solidFill>
              </a:defRPr>
            </a:pPr>
            <a:r>
              <a:rPr dirty="0"/>
              <a:t>Next Steps: Create Maven web project → configure Tomcat → connect JDBC → build registration → login → dashboard → donor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280160" cy="64008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Current Status: The project architecture, modules, technology stack, Agile/Jira workflow, and initial MySQL environment have been established.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Conclusion: </a:t>
            </a:r>
            <a:r>
              <a:rPr dirty="0" err="1"/>
              <a:t>LifeLink</a:t>
            </a:r>
            <a:r>
              <a:rPr dirty="0"/>
              <a:t> proposes a centralized emergency-support platform for blood donor discovery, emergency requests, medicine search, volunteer coordination, and location-aware assistance.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Future Scope: Real-time notifications, hospital/blood-bank integration, verified pharmacy data, stronger authentication, mobile application, advanced analytics, and improved AI-assisted matching.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Deployment Scope: Complete Docker and Docker Compose setup, automated testing, GitHub Actions CI/CD, and optional cloud/Kubernetes deployment if required.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Adaptive Engineering Value: Feedback from every sprint can be converted into new or modified backlog items, allowing the system to evolve.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89233" y="597716"/>
            <a:ext cx="9833482" cy="545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887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5824" y="2360333"/>
            <a:ext cx="59722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rPr lang="en-I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THANK YOU</a:t>
            </a:r>
            <a:endParaRPr sz="72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570</TotalTime>
  <Words>957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 Jarugula</dc:creator>
  <cp:keywords/>
  <dc:description>generated using python-pptx</dc:description>
  <cp:lastModifiedBy>Nandini Jarugula</cp:lastModifiedBy>
  <cp:revision>3</cp:revision>
  <dcterms:created xsi:type="dcterms:W3CDTF">2013-01-27T09:14:16Z</dcterms:created>
  <dcterms:modified xsi:type="dcterms:W3CDTF">2026-09-12T15:47:40Z</dcterms:modified>
  <cp:category/>
</cp:coreProperties>
</file>